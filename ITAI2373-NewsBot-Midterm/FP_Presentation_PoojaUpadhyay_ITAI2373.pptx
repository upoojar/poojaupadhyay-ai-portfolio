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NewsBot Intelligence System 2.0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ITAI 2373 — Natural Language Processing | Final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Pooja Upadhyay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4747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9: Topic Modeling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34747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10: Summarization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4747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11: Multilingual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34747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12: Conversational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41148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github.com/UPoojaR/PoojaUpadhyay-AI-Portfolio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 — What NewsBot 2.0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73736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116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Topic Modeling discovers hidden themes across 1,490 BBC articles. 5 topics auto-detected.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&amp; 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920240"/>
            <a:ext cx="173736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0116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 summarizer compresses articles to 30% length. Semantic search by meaning.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173736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116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detection across all articles. Translation pipeline for non-English sources.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920240"/>
            <a:ext cx="173736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0116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NewsBot questions in plain English. Returns relevant articles and summaries.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top of Mid-Term NewsBot (Modules 1-8) + 4 new advanced modules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 &amp;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 Articles Analyzed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Summary Compression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14600"/>
            <a:ext cx="868680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694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Topic Modeling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256946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discovered 5 distinct themes — Sport topics focused on 'player', 'match', 'club'; Tech topics on 'technology', 'software', 'internet'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10896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638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Sentiment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316382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Politics had most negative sentiment (avg -0.08). Entertainment had most positive (avg +0.12). Business was neutral.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703320"/>
            <a:ext cx="868680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5818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Multilingual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375818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99%+ of BBC dataset is English. Translation pipeline ready for non-English news sources.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297680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35254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Conversational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435254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NewsBot answers natural language queries — filters by category, sentiment, and topic in seconds.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 Demonstrated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Techniques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Tagging &amp; Parsing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Entity Recognition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(VADER)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 Topic Modeling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 Classifier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SVM (best 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NLP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 Summarization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Interface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Libraries: NLTK · spaCy · scikit-learn · TextBlob · gensim · langdetect · deep-translator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What I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8+ NLP modules into one system requires careful pipeline design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modeling reveals patterns invisible to supervised classification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interfaces make NLP accessible to non-technical users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data (BBC News) has nuances that demo data doesn't capture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46304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BERT/Transformer-based classification (+15% accuracy)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RSS feed for live news monitoring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Gradio/Streamlit web interface for public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trend analysis over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NER for finance &amp; health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github.com/UPoojaR/PoojaUpadhyay-AI-Portfolio</a:t>
            </a:r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Pooja Upadhyay   |   ITAI 2373   |   May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NewsBot Intelligence System 2.0</dc:title>
  <dc:subject>PptxGenJS Presentation</dc:subject>
  <dc:creator>Pooja Upadhyay</dc:creator>
  <cp:lastModifiedBy>Pooja Upadhyay</cp:lastModifiedBy>
  <cp:revision>1</cp:revision>
  <dcterms:created xsi:type="dcterms:W3CDTF">2026-05-06T23:38:04Z</dcterms:created>
  <dcterms:modified xsi:type="dcterms:W3CDTF">2026-05-06T23:38:04Z</dcterms:modified>
</cp:coreProperties>
</file>